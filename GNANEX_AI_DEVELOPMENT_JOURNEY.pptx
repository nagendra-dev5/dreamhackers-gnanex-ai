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reamhackers-gnanex-ai.onrender.com" TargetMode="External"/><Relationship Id="rId2" Type="http://schemas.openxmlformats.org/officeDocument/2006/relationships/hyperlink" Target="https://dreamhackers-gnanex-ai-1.onrender.com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agendra-dev5/dreamhackers-gnanex-ai" TargetMode="External"/><Relationship Id="rId2" Type="http://schemas.openxmlformats.org/officeDocument/2006/relationships/hyperlink" Target="https://dreamhackers-gnanex-ai.onrender.com" TargetMode="External"/><Relationship Id="rId3" Type="http://schemas.openxmlformats.org/officeDocument/2006/relationships/hyperlink" Target="https://dreamhackers-gnanex-ai-1.onrender.com" TargetMode="External"/><Relationship Id="rId4" Type="http://schemas.openxmlformats.org/officeDocument/2006/relationships/hyperlink" Target="https://github.com/nagendra-dev5/dreamhackers-gnanex-ai/blob/main/PROMPTS.md" TargetMode="Externa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373907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B42D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GNANEX AI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1955155"/>
            <a:ext cx="4667845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AI-Powered Interview Preparation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577" y="3214092"/>
            <a:ext cx="5125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Team Dream Hackers .  AB Talks Vibe Code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3577" y="3570759"/>
            <a:ext cx="3268861" cy="198834"/>
          </a:xfrm>
          <a:prstGeom prst="roundRect">
            <a:avLst>
              <a:gd name="adj" fmla="val 50000"/>
            </a:avLst>
          </a:prstGeom>
          <a:solidFill>
            <a:srgbClr val="483304"/>
          </a:solidFill>
          <a:ln/>
        </p:spPr>
      </p:sp>
      <p:sp>
        <p:nvSpPr>
          <p:cNvPr id="7" name="Text 4"/>
          <p:cNvSpPr/>
          <p:nvPr/>
        </p:nvSpPr>
        <p:spPr>
          <a:xfrm>
            <a:off x="602084" y="3609975"/>
            <a:ext cx="3569047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PROBLEM STATEMENT: AI PRODUCTIVITY &amp; LIFE-SAVER COMPANION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7240"/>
            <a:ext cx="4667845" cy="64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The Problem</a:t>
            </a:r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: Interview Preparation Is Broken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952577" y="1206773"/>
            <a:ext cx="4667845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hackathon challenge asked us to build an intelligent assistant that helps users with deadlines, bills, or interview preparation. We chose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interview simulation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a domain where existing tools fall critically short.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52577" y="1800002"/>
            <a:ext cx="4667845" cy="620985"/>
          </a:xfrm>
          <a:prstGeom prst="roundRect">
            <a:avLst>
              <a:gd name="adj" fmla="val 26681"/>
            </a:avLst>
          </a:prstGeom>
          <a:solidFill>
            <a:srgbClr val="00002E"/>
          </a:solidFill>
          <a:ln w="9525">
            <a:solidFill>
              <a:srgbClr val="F2B4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2533" y="1919957"/>
            <a:ext cx="442793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Generic Questions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072533" y="2138214"/>
            <a:ext cx="442793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Most platforms offer static question banks with no role-specific context or personalisation.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952577" y="2514154"/>
            <a:ext cx="4667845" cy="620985"/>
          </a:xfrm>
          <a:prstGeom prst="roundRect">
            <a:avLst>
              <a:gd name="adj" fmla="val 26681"/>
            </a:avLst>
          </a:prstGeom>
          <a:solidFill>
            <a:srgbClr val="00002E"/>
          </a:solidFill>
          <a:ln w="9525">
            <a:solidFill>
              <a:srgbClr val="D742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2533" y="2634109"/>
            <a:ext cx="442793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No Realistic Practice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072533" y="2852365"/>
            <a:ext cx="442793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Without a live interviewer, candidates cannot practise under realistic conversational pressure.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952577" y="3228305"/>
            <a:ext cx="4667845" cy="620985"/>
          </a:xfrm>
          <a:prstGeom prst="roundRect">
            <a:avLst>
              <a:gd name="adj" fmla="val 26681"/>
            </a:avLst>
          </a:prstGeom>
          <a:solidFill>
            <a:srgbClr val="00002E"/>
          </a:solidFill>
          <a:ln w="9525">
            <a:solidFill>
              <a:srgbClr val="DD78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2533" y="3348261"/>
            <a:ext cx="442793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No Adaptive Follow-ups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72533" y="3566517"/>
            <a:ext cx="4427934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Existing tools do not ask follow-up questions based on the candidate's actual answers.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52577" y="3942457"/>
            <a:ext cx="4667845" cy="783803"/>
          </a:xfrm>
          <a:prstGeom prst="roundRect">
            <a:avLst>
              <a:gd name="adj" fmla="val 21139"/>
            </a:avLst>
          </a:prstGeom>
          <a:solidFill>
            <a:srgbClr val="00002E"/>
          </a:solidFill>
          <a:ln w="9525">
            <a:solidFill>
              <a:srgbClr val="48A8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2533" y="4062413"/>
            <a:ext cx="442793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No Structured Feedback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072533" y="4280669"/>
            <a:ext cx="4427934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Candidates receive no meaningful evaluation of their responses, strengths, or areas to improve.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46447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Our Solution: </a:t>
            </a:r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2B42D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GNANEX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393180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GNANEX AI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is an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AI-powered technical interview simulator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that creates a realistic, role-specific interview experience using Google Gemini. Candidates select a profile, engage in an adaptive conversation, and receive structured feedback at the end.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959248"/>
            <a:ext cx="1139503" cy="704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827139"/>
            <a:ext cx="258983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Candidate Profile Selection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3577" y="3098155"/>
            <a:ext cx="2589833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Choose from predefined technical roles. The AI tailors questions to the selected domain and seniority level.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046" y="1959248"/>
            <a:ext cx="1139503" cy="7042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7046" y="2827139"/>
            <a:ext cx="258983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Adaptive AI Follow-ups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77046" y="3098155"/>
            <a:ext cx="2589833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Google Gemini generates dynamic follow-up questions based on each candidate's specific answers — just like a real interviewer.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516" y="1959248"/>
            <a:ext cx="1139503" cy="7042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0516" y="2827139"/>
            <a:ext cx="25899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Session-Based Feedback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0516" y="3098155"/>
            <a:ext cx="2589907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 the end of each session, the AI provides structured evaluation covering strengths, weaknesses, and improvement areas.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23577" y="3873624"/>
            <a:ext cx="8096845" cy="523429"/>
          </a:xfrm>
          <a:prstGeom prst="roundRect">
            <a:avLst>
              <a:gd name="adj" fmla="val 37516"/>
            </a:avLst>
          </a:prstGeom>
          <a:solidFill>
            <a:srgbClr val="78550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72" y="4060701"/>
            <a:ext cx="163637" cy="1308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49003" y="4037186"/>
            <a:ext cx="7997726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User Journey: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Candidate → Start Interview → AI Questions → Candidate Answers → Adaptive Follow-ups → Evaluation → Feedback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64034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621953"/>
            <a:ext cx="855404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2B42D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GNANEX AI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uses a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decoupled frontend-backend architecture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deployed on Render. The Next.js frontend communicates with a FastAPI backend via REST API, which orchestrates the interview flow using Google Gemini.</a:t>
            </a:r>
            <a:endParaRPr lang="en-US" sz="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774055"/>
            <a:ext cx="3968576" cy="3968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56609" y="769962"/>
            <a:ext cx="3968576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Technology Stack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4656609" y="898847"/>
            <a:ext cx="3968576" cy="528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Frontend: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Next.js, React, TypeScript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Backend: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FastAPI, Python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AI: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Google Gemini (google-genai SDK)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API: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REST API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Version Control: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GitHub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Deployment: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Render (separate frontend &amp; backend services)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0199"/>
            <a:ext cx="8096845" cy="31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Development Journey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23577" y="885751"/>
            <a:ext cx="8554045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Building GNANEX AI was a step-by-step engineering process — from initial repository setup to a fully deployed production application. Each phase built on the previous one.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64856" y="1137121"/>
            <a:ext cx="14288" cy="3606105"/>
          </a:xfrm>
          <a:prstGeom prst="roundRect">
            <a:avLst>
              <a:gd name="adj" fmla="val 49998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373612" y="1249635"/>
            <a:ext cx="212675" cy="14288"/>
          </a:xfrm>
          <a:prstGeom prst="roundRect">
            <a:avLst>
              <a:gd name="adj" fmla="val 49998"/>
            </a:avLst>
          </a:prstGeom>
          <a:solidFill>
            <a:srgbClr val="D89A13"/>
          </a:solidFill>
          <a:ln/>
        </p:spPr>
      </p:sp>
      <p:sp>
        <p:nvSpPr>
          <p:cNvPr id="6" name="Shape 4"/>
          <p:cNvSpPr/>
          <p:nvPr/>
        </p:nvSpPr>
        <p:spPr>
          <a:xfrm>
            <a:off x="4532114" y="1216893"/>
            <a:ext cx="79772" cy="79772"/>
          </a:xfrm>
          <a:prstGeom prst="ellipse">
            <a:avLst/>
          </a:prstGeom>
          <a:solidFill>
            <a:srgbClr val="F2B42D"/>
          </a:solidFill>
          <a:ln/>
        </p:spPr>
      </p:sp>
      <p:sp>
        <p:nvSpPr>
          <p:cNvPr id="7" name="Text 5"/>
          <p:cNvSpPr/>
          <p:nvPr/>
        </p:nvSpPr>
        <p:spPr>
          <a:xfrm>
            <a:off x="523577" y="1173659"/>
            <a:ext cx="362299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Repository Setup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23577" y="1381869"/>
            <a:ext cx="3622997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Initialised GitHub repo with frontend and backend directory structure.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57713" y="1847850"/>
            <a:ext cx="212675" cy="14288"/>
          </a:xfrm>
          <a:prstGeom prst="roundRect">
            <a:avLst>
              <a:gd name="adj" fmla="val 49998"/>
            </a:avLst>
          </a:prstGeom>
          <a:solidFill>
            <a:srgbClr val="F05B77"/>
          </a:solidFill>
          <a:ln/>
        </p:spPr>
      </p:sp>
      <p:sp>
        <p:nvSpPr>
          <p:cNvPr id="10" name="Shape 8"/>
          <p:cNvSpPr/>
          <p:nvPr/>
        </p:nvSpPr>
        <p:spPr>
          <a:xfrm>
            <a:off x="4532114" y="1815108"/>
            <a:ext cx="79772" cy="79772"/>
          </a:xfrm>
          <a:prstGeom prst="ellipse">
            <a:avLst/>
          </a:prstGeom>
          <a:solidFill>
            <a:srgbClr val="D7425E"/>
          </a:solidFill>
          <a:ln/>
        </p:spPr>
      </p:sp>
      <p:sp>
        <p:nvSpPr>
          <p:cNvPr id="11" name="Text 9"/>
          <p:cNvSpPr/>
          <p:nvPr/>
        </p:nvSpPr>
        <p:spPr>
          <a:xfrm>
            <a:off x="4997425" y="1771873"/>
            <a:ext cx="362299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Backend Foundation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97425" y="1980084"/>
            <a:ext cx="3622997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FastAPI server with core routes and project scaffolding.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73612" y="2377901"/>
            <a:ext cx="212675" cy="14288"/>
          </a:xfrm>
          <a:prstGeom prst="roundRect">
            <a:avLst>
              <a:gd name="adj" fmla="val 49998"/>
            </a:avLst>
          </a:prstGeom>
          <a:solidFill>
            <a:srgbClr val="C35E44"/>
          </a:solidFill>
          <a:ln/>
        </p:spPr>
      </p:sp>
      <p:sp>
        <p:nvSpPr>
          <p:cNvPr id="14" name="Shape 12"/>
          <p:cNvSpPr/>
          <p:nvPr/>
        </p:nvSpPr>
        <p:spPr>
          <a:xfrm>
            <a:off x="4532114" y="2345159"/>
            <a:ext cx="79772" cy="79772"/>
          </a:xfrm>
          <a:prstGeom prst="ellipse">
            <a:avLst/>
          </a:prstGeom>
          <a:solidFill>
            <a:srgbClr val="DD785E"/>
          </a:solidFill>
          <a:ln/>
        </p:spPr>
      </p:sp>
      <p:sp>
        <p:nvSpPr>
          <p:cNvPr id="15" name="Text 13"/>
          <p:cNvSpPr/>
          <p:nvPr/>
        </p:nvSpPr>
        <p:spPr>
          <a:xfrm>
            <a:off x="523577" y="2301925"/>
            <a:ext cx="362299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Candidate &amp; Session APIs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3577" y="2510135"/>
            <a:ext cx="3622997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Implemented /api/candidates and /api/interview endpoints for profile and session management.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57713" y="2908027"/>
            <a:ext cx="212675" cy="14288"/>
          </a:xfrm>
          <a:prstGeom prst="roundRect">
            <a:avLst>
              <a:gd name="adj" fmla="val 49998"/>
            </a:avLst>
          </a:prstGeom>
          <a:solidFill>
            <a:srgbClr val="2E8EC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32114" y="2875285"/>
            <a:ext cx="79772" cy="79772"/>
          </a:xfrm>
          <a:prstGeom prst="ellipse">
            <a:avLst/>
          </a:prstGeom>
          <a:solidFill>
            <a:srgbClr val="48A8E2"/>
          </a:solidFill>
          <a:ln/>
        </p:spPr>
      </p:sp>
      <p:sp>
        <p:nvSpPr>
          <p:cNvPr id="19" name="Text 17"/>
          <p:cNvSpPr/>
          <p:nvPr/>
        </p:nvSpPr>
        <p:spPr>
          <a:xfrm>
            <a:off x="4997425" y="2832050"/>
            <a:ext cx="362299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Gemini Integration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97425" y="3040261"/>
            <a:ext cx="3622997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Connected Google Gemini API to generate AI interviewer responses and follow-ups.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73612" y="3438153"/>
            <a:ext cx="212675" cy="14288"/>
          </a:xfrm>
          <a:prstGeom prst="roundRect">
            <a:avLst>
              <a:gd name="adj" fmla="val 49998"/>
            </a:avLst>
          </a:prstGeom>
          <a:solidFill>
            <a:srgbClr val="3F918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32114" y="3405411"/>
            <a:ext cx="79772" cy="79772"/>
          </a:xfrm>
          <a:prstGeom prst="ellipse">
            <a:avLst/>
          </a:prstGeom>
          <a:solidFill>
            <a:srgbClr val="59ABA9"/>
          </a:solidFill>
          <a:ln/>
        </p:spPr>
      </p:sp>
      <p:sp>
        <p:nvSpPr>
          <p:cNvPr id="23" name="Text 21"/>
          <p:cNvSpPr/>
          <p:nvPr/>
        </p:nvSpPr>
        <p:spPr>
          <a:xfrm>
            <a:off x="523577" y="3362176"/>
            <a:ext cx="362299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Frontend Interface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3577" y="3570387"/>
            <a:ext cx="3622997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the Next.js interview UI with candidate selection and chat interface.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57713" y="3968279"/>
            <a:ext cx="212675" cy="14288"/>
          </a:xfrm>
          <a:prstGeom prst="roundRect">
            <a:avLst>
              <a:gd name="adj" fmla="val 49998"/>
            </a:avLst>
          </a:prstGeom>
          <a:solidFill>
            <a:srgbClr val="D89A13"/>
          </a:solidFill>
          <a:ln/>
        </p:spPr>
      </p:sp>
      <p:sp>
        <p:nvSpPr>
          <p:cNvPr id="26" name="Shape 24"/>
          <p:cNvSpPr/>
          <p:nvPr/>
        </p:nvSpPr>
        <p:spPr>
          <a:xfrm>
            <a:off x="4532114" y="3935537"/>
            <a:ext cx="79772" cy="79772"/>
          </a:xfrm>
          <a:prstGeom prst="ellipse">
            <a:avLst/>
          </a:prstGeom>
          <a:solidFill>
            <a:srgbClr val="F2B42D"/>
          </a:solidFill>
          <a:ln/>
        </p:spPr>
      </p:sp>
      <p:sp>
        <p:nvSpPr>
          <p:cNvPr id="27" name="Text 25"/>
          <p:cNvSpPr/>
          <p:nvPr/>
        </p:nvSpPr>
        <p:spPr>
          <a:xfrm>
            <a:off x="4997425" y="3892302"/>
            <a:ext cx="3622997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Production Deployment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97425" y="4100513"/>
            <a:ext cx="3622997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Deployed both services to Render, resolved CORS, and validated end-to-end.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59941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How the AI Interview Flow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617860"/>
            <a:ext cx="809684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interview flow is a continuous loop between the frontend and the Gemini-powered backend. The AI generates questions, evaluates answers, and adapts in real time. The frontend also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suppresses acknowledgement-only AI responses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(e.g., "yes", "okay", "continue") to keep the conversation clean and focused.</a:t>
            </a:r>
            <a:endParaRPr lang="en-US" sz="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811783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6399" y="4963344"/>
            <a:ext cx="4062933" cy="348109"/>
          </a:xfrm>
          <a:prstGeom prst="roundRect">
            <a:avLst>
              <a:gd name="adj" fmla="val 45128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41809" y="4996011"/>
            <a:ext cx="3932113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Key Design Decision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41809" y="5124896"/>
            <a:ext cx="39321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frontend filters out filler AI responses like "yes", "okay", and "continue" so the candidate only sees meaningful interviewer questions and feedback.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4656609" y="4996011"/>
            <a:ext cx="3968576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Session Management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656609" y="5124896"/>
            <a:ext cx="39685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interview runs in an isolated session with a unique ID. The backend tracks conversation state across multiple turns, ensuring Gemini has full context for adaptive follow-ups.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8975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Debugging &amp; Problems We Faced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135707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 engineering is messy. Here are the actual problems we hit — and how we solved them.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92374"/>
            <a:ext cx="3982938" cy="16274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5909" y="1637556"/>
            <a:ext cx="36354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Python Dependency Conflict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5909" y="1908572"/>
            <a:ext cx="3635425" cy="1066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protobuf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versions conflicted with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google-ai-generativelanguage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Initial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had incompatible pinned versions.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Fix: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Simplified to: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uvicorn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google-genai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Verified in an isolated virtual environment.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410" y="1492374"/>
            <a:ext cx="3983013" cy="16274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9742" y="1637556"/>
            <a:ext cx="36354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Python Syntax Validation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39742" y="1908572"/>
            <a:ext cx="3635499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Needed to verify backend files before deployment.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Fix: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Ran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py_compile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on key backend files to catch syntax errors early.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250704"/>
            <a:ext cx="3982938" cy="14037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909" y="3395886"/>
            <a:ext cx="36354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Frontend Production Build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25909" y="3666902"/>
            <a:ext cx="3635425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Ensuring the Next.js app compiled without errors.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Fix: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Ran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--prefix frontend run build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The production build completed successfully.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410" y="3250704"/>
            <a:ext cx="3983013" cy="14037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9742" y="3395886"/>
            <a:ext cx="36354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 Production API Routing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39742" y="3666902"/>
            <a:ext cx="3635499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Problem: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Frontend used 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development routing in production.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Fix: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Removed obsolete Next.js rewrite config and used the production backend URL via frontend environment configuration.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93552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The CORS Error — And How We Fixed 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440284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was the final blocker before the frontend and backend could communicate in production. Both services were live on Render, but the browser blocked all API requests.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29295" y="2006352"/>
            <a:ext cx="4077295" cy="2343522"/>
          </a:xfrm>
          <a:prstGeom prst="roundRect">
            <a:avLst>
              <a:gd name="adj" fmla="val 13407"/>
            </a:avLst>
          </a:prstGeom>
          <a:solidFill>
            <a:srgbClr val="D7425E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0189" y="2137246"/>
            <a:ext cx="381550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 The Error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0189" y="2460650"/>
            <a:ext cx="3815507" cy="1292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Frontend:</a:t>
            </a:r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000" b="1" u="sng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https://dreamhackers-gnanex-ai.onrender.com</a:t>
            </a:r>
            <a:endParaRPr lang="en-US" sz="1000" dirty="0"/>
          </a:p>
          <a:p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Backend:</a:t>
            </a:r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indent="0" marL="0">
              <a:lnSpc>
                <a:spcPct val="133000"/>
              </a:lnSpc>
              <a:spcAft>
                <a:spcPts val="900"/>
              </a:spcAft>
              <a:buNone/>
            </a:pPr>
            <a:r>
              <a:rPr lang="en-US" sz="1000" b="1" u="sng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https://dreamhackers-gnanex-ai-1.onrender.com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Browser console reported: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E44F6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Access to fetch at ... has been blocked by CORS policy: No 'Access-Control-Allow-Origin' header is present.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6455" y="2137246"/>
            <a:ext cx="388873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The Fix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36455" y="2460650"/>
            <a:ext cx="3888730" cy="1234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Added </a:t>
            </a:r>
            <a:pPr algn="l" marL="203200" indent="-20320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CORSMiddleware</a:t>
            </a:r>
            <a:pPr algn="l" marL="203200" indent="-20320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the FastAPI backend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Allowed the production frontend origin explicitly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Allowed required HTTP methods and headers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Committed the change and pushed to GitHub</a:t>
            </a:r>
            <a:endParaRPr lang="en-US" sz="1000" dirty="0"/>
          </a:p>
          <a:p>
            <a:pPr algn="l" marL="203200" indent="-20320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Render automatically redeployed the backend service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6455" y="3813274"/>
            <a:ext cx="388873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single change resolved the final connection problem between our frontend and backend.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59941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Testing, Validation &amp;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3577" y="617860"/>
            <a:ext cx="855404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After debugging, we ran a complete end-to-end validation before final submission.</a:t>
            </a:r>
            <a:endParaRPr lang="en-US" sz="500" dirty="0"/>
          </a:p>
        </p:txBody>
      </p:sp>
      <p:sp>
        <p:nvSpPr>
          <p:cNvPr id="4" name="Shape 2"/>
          <p:cNvSpPr/>
          <p:nvPr/>
        </p:nvSpPr>
        <p:spPr>
          <a:xfrm>
            <a:off x="523577" y="733202"/>
            <a:ext cx="8096845" cy="604614"/>
          </a:xfrm>
          <a:prstGeom prst="roundRect">
            <a:avLst>
              <a:gd name="adj" fmla="val 16239"/>
            </a:avLst>
          </a:prstGeom>
          <a:solidFill>
            <a:srgbClr val="00002E"/>
          </a:solidFill>
          <a:ln w="4763">
            <a:solidFill>
              <a:srgbClr val="F2B4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8340" y="737964"/>
            <a:ext cx="2695724" cy="595089"/>
          </a:xfrm>
          <a:custGeom>
            <a:avLst/>
            <a:gdLst/>
            <a:ahLst/>
            <a:cxnLst/>
            <a:rect l="l" t="t" r="r" b="b"/>
            <a:pathLst>
              <a:path w="2695724" h="595089">
                <a:moveTo>
                  <a:pt x="81820" y="0"/>
                </a:moveTo>
                <a:lnTo>
                  <a:pt x="2695724" y="0"/>
                </a:lnTo>
                <a:lnTo>
                  <a:pt x="2695724" y="595089"/>
                </a:lnTo>
                <a:lnTo>
                  <a:pt x="81820" y="595089"/>
                </a:lnTo>
                <a:arcTo hR="81820" wR="81820" stAng="5400000" swAng="5400000"/>
                <a:lnTo>
                  <a:pt x="0" y="81820"/>
                </a:lnTo>
                <a:arcTo hR="81820" wR="81820" stAng="10800000" swAng="5400000"/>
                <a:close/>
              </a:path>
            </a:pathLst>
          </a:custGeom>
          <a:solidFill>
            <a:srgbClr val="00002E"/>
          </a:solidFill>
          <a:ln/>
        </p:spPr>
      </p:sp>
      <p:sp>
        <p:nvSpPr>
          <p:cNvPr id="6" name="Text 4"/>
          <p:cNvSpPr/>
          <p:nvPr/>
        </p:nvSpPr>
        <p:spPr>
          <a:xfrm>
            <a:off x="593750" y="803374"/>
            <a:ext cx="2564904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Before Debugging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93750" y="919163"/>
            <a:ext cx="2564904" cy="3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CORS errors blocking all API calls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Localhost routing in production build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Dependency conflicts preventing deployment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Frontend and backend not communicating</a:t>
            </a:r>
            <a:endParaRPr lang="en-US" sz="500" dirty="0"/>
          </a:p>
        </p:txBody>
      </p:sp>
      <p:sp>
        <p:nvSpPr>
          <p:cNvPr id="8" name="Shape 6"/>
          <p:cNvSpPr/>
          <p:nvPr/>
        </p:nvSpPr>
        <p:spPr>
          <a:xfrm>
            <a:off x="3224064" y="737964"/>
            <a:ext cx="2695798" cy="595089"/>
          </a:xfrm>
          <a:prstGeom prst="rect">
            <a:avLst/>
          </a:prstGeom>
          <a:solidFill>
            <a:srgbClr val="00002E"/>
          </a:solidFill>
          <a:ln/>
        </p:spPr>
      </p:sp>
      <p:sp>
        <p:nvSpPr>
          <p:cNvPr id="9" name="Shape 7"/>
          <p:cNvSpPr/>
          <p:nvPr/>
        </p:nvSpPr>
        <p:spPr>
          <a:xfrm>
            <a:off x="3224064" y="737964"/>
            <a:ext cx="9525" cy="595089"/>
          </a:xfrm>
          <a:prstGeom prst="roundRect">
            <a:avLst>
              <a:gd name="adj" fmla="val 50000"/>
            </a:avLst>
          </a:prstGeom>
          <a:solidFill>
            <a:srgbClr val="F05B77"/>
          </a:solidFill>
          <a:ln/>
        </p:spPr>
      </p:sp>
      <p:sp>
        <p:nvSpPr>
          <p:cNvPr id="10" name="Text 8"/>
          <p:cNvSpPr/>
          <p:nvPr/>
        </p:nvSpPr>
        <p:spPr>
          <a:xfrm>
            <a:off x="3289474" y="803374"/>
            <a:ext cx="2564978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Debugging Process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289474" y="919163"/>
            <a:ext cx="2564978" cy="3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Isolated virtual environment testing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Simplified 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Fixed CORS middleware configuration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Updated production API routing</a:t>
            </a:r>
            <a:endParaRPr lang="en-US" sz="500" dirty="0"/>
          </a:p>
        </p:txBody>
      </p:sp>
      <p:sp>
        <p:nvSpPr>
          <p:cNvPr id="12" name="Shape 10"/>
          <p:cNvSpPr/>
          <p:nvPr/>
        </p:nvSpPr>
        <p:spPr>
          <a:xfrm>
            <a:off x="5919862" y="737964"/>
            <a:ext cx="2695798" cy="595089"/>
          </a:xfrm>
          <a:custGeom>
            <a:avLst/>
            <a:gdLst/>
            <a:ahLst/>
            <a:cxnLst/>
            <a:rect l="l" t="t" r="r" b="b"/>
            <a:pathLst>
              <a:path w="2695798" h="595089">
                <a:moveTo>
                  <a:pt x="0" y="0"/>
                </a:moveTo>
                <a:lnTo>
                  <a:pt x="2613978" y="0"/>
                </a:lnTo>
                <a:arcTo hR="81820" wR="81820" stAng="16200000" swAng="5400000"/>
                <a:lnTo>
                  <a:pt x="2695798" y="513270"/>
                </a:lnTo>
                <a:arcTo hR="81820" wR="81820" stAng="0" swAng="5400000"/>
                <a:lnTo>
                  <a:pt x="0" y="595089"/>
                </a:lnTo>
                <a:lnTo>
                  <a:pt x="0" y="0"/>
                </a:lnTo>
                <a:close/>
              </a:path>
            </a:pathLst>
          </a:custGeom>
          <a:solidFill>
            <a:srgbClr val="00002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19862" y="737964"/>
            <a:ext cx="9525" cy="595089"/>
          </a:xfrm>
          <a:prstGeom prst="roundRect">
            <a:avLst>
              <a:gd name="adj" fmla="val 50000"/>
            </a:avLst>
          </a:prstGeom>
          <a:solidFill>
            <a:srgbClr val="C35E44"/>
          </a:solidFill>
          <a:ln/>
        </p:spPr>
      </p:sp>
      <p:sp>
        <p:nvSpPr>
          <p:cNvPr id="14" name="Text 12"/>
          <p:cNvSpPr/>
          <p:nvPr/>
        </p:nvSpPr>
        <p:spPr>
          <a:xfrm>
            <a:off x="5985272" y="803374"/>
            <a:ext cx="2564978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After — Production Ready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985272" y="919163"/>
            <a:ext cx="2564978" cy="3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Backend endpoints tested and working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/api/candidates</a:t>
            </a:r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returned candidate data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Frontend production build succeeded</a:t>
            </a:r>
            <a:endParaRPr lang="en-US" sz="500" dirty="0"/>
          </a:p>
          <a:p>
            <a:pPr algn="l" marL="101600" indent="-101600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Interview flow and AI responses working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523577" y="1386855"/>
            <a:ext cx="8096845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Production Deployment Architecture</a:t>
            </a:r>
            <a:endParaRPr lang="en-US" sz="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32111"/>
            <a:ext cx="8096845" cy="355170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977376" y="4027574"/>
            <a:ext cx="1223727" cy="412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Render Backend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977376" y="4502068"/>
            <a:ext cx="1223727" cy="262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FastAPI service deployed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64867" y="4233658"/>
            <a:ext cx="1223726" cy="2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Production Live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864867" y="4502068"/>
            <a:ext cx="1223726" cy="262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Public URLs serving traffic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6479" y="1851329"/>
            <a:ext cx="1223727" cy="206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GitHub Repo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076479" y="2119738"/>
            <a:ext cx="1223727" cy="262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Public source of truth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48389" y="1851329"/>
            <a:ext cx="1223726" cy="412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Render Frontend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948389" y="2325823"/>
            <a:ext cx="1223726" cy="262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Next.js app deployed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3577" y="5120580"/>
            <a:ext cx="855404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project was deployed as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separate frontend and backend services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on Render. A key lesson: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localhost success does not guarantee production success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CORS, environment variables, API URLs, routing, and dependency resolution must all be validated in the real environment.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3388"/>
            <a:ext cx="8096845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Submission &amp; What We Learned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33760" y="978694"/>
            <a:ext cx="4075881" cy="2940323"/>
          </a:xfrm>
          <a:prstGeom prst="roundRect">
            <a:avLst>
              <a:gd name="adj" fmla="val 10185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58478" y="1097607"/>
            <a:ext cx="3826446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Hackathon Submission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478" y="1400026"/>
            <a:ext cx="3826446" cy="1141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GitHub Repo: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48330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github.com/nagendra-dev5/dreamhackers-gnanex-ai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Live Frontend: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48330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dreamhackers-gnanex-ai.onrender.com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Live Backend: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48330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dreamhackers-gnanex-ai-1.onrender.com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PROMPTS.md: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u="sng" dirty="0">
                <a:solidFill>
                  <a:srgbClr val="483304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on GitHub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README: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Full documentation included in repository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939" y="1097607"/>
            <a:ext cx="3896246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Engineering Lessons Learned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28939" y="1400026"/>
            <a:ext cx="3896246" cy="2477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integration is only one part of building a real application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Dependency management matters — pinned versions can break builds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 success does not guarantee production success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CORS must be handled correctly from the start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Frontend and backend must be deployed and configured separately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Terminal commands (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py_compile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highlight>
                  <a:srgbClr val="0D0D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 are invaluable for debugging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Git commits provide essential checkpoints during rapid development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Production testing is non-negotiable</a:t>
            </a:r>
            <a:endParaRPr lang="en-US" sz="950" dirty="0"/>
          </a:p>
          <a:p>
            <a:pPr algn="l" marL="193040" indent="-19304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AI-assisted coding still requires human debugging and verification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0729" y="4186461"/>
            <a:ext cx="7909694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"From idea → code → debugging → deployment → successful submission."</a:t>
            </a:r>
            <a:endParaRPr lang="en-US" sz="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— </a:t>
            </a:r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2B42D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Team Dream Hackers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3577" y="4052739"/>
            <a:ext cx="14288" cy="657374"/>
          </a:xfrm>
          <a:prstGeom prst="roundRect">
            <a:avLst>
              <a:gd name="adj" fmla="val 49998"/>
            </a:avLst>
          </a:prstGeom>
          <a:solidFill>
            <a:srgbClr val="F2B42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8330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2026-08-09T13:40:03Z</dcterms:created>
  <dcterms:modified xsi:type="dcterms:W3CDTF">2026-08-09T13:40:03Z</dcterms:modified>
</cp:coreProperties>
</file>